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imes New Roman Bold" charset="1" panose="02020803070505020304"/>
      <p:regular r:id="rId14"/>
    </p:embeddedFont>
    <p:embeddedFont>
      <p:font typeface="Calibri (MS)" charset="1" panose="020F0502020204030204"/>
      <p:regular r:id="rId15"/>
    </p:embeddedFont>
    <p:embeddedFont>
      <p:font typeface="Calibri (MS) Bold" charset="1" panose="020F0702030404030204"/>
      <p:regular r:id="rId16"/>
    </p:embeddedFont>
    <p:embeddedFont>
      <p:font typeface="Times New Roman" charset="1" panose="020206030504050203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1669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94887" y="463534"/>
            <a:ext cx="9491691" cy="147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IMPORTANT INSTRUCTIONS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6488" y="311134"/>
            <a:ext cx="17028490" cy="1013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8"/>
              </a:lnSpc>
            </a:pP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Try to avoid paragraphs and post your idea in points /diagrams / Infographics pictures. 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Keep your explanation precise and easy to understand.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Idea should be unique and novel. </a:t>
            </a:r>
          </a:p>
          <a:p>
            <a:pPr algn="l" marL="1210170" indent="-302543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You can only use provided template for making the PPT without changing the idea details pointers.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Maximum 8 slides; remove the Important Instructions page during presentation and keep all other pages</a:t>
            </a:r>
          </a:p>
          <a:p>
            <a:pPr algn="l" marL="1210170" indent="-302543" lvl="3">
              <a:lnSpc>
                <a:spcPts val="7345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Submit the PPT format only; PDF, Word and other formats are not supported.</a:t>
            </a:r>
          </a:p>
          <a:p>
            <a:pPr algn="l" marL="1210306" indent="-302577" lvl="3">
              <a:lnSpc>
                <a:spcPts val="7348"/>
              </a:lnSpc>
              <a:buAutoNum type="arabicPeriod" startAt="1"/>
            </a:pPr>
            <a:r>
              <a:rPr lang="en-US" sz="34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Each team will be given 5 minutes for the presentation.</a:t>
            </a:r>
          </a:p>
          <a:p>
            <a:pPr algn="l" marL="1210306" indent="-302577" lvl="3">
              <a:lnSpc>
                <a:spcPts val="7348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4297025" cy="10287000"/>
            <a:chOff x="0" y="0"/>
            <a:chExt cx="190627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627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9062700">
                  <a:moveTo>
                    <a:pt x="0" y="0"/>
                  </a:moveTo>
                  <a:lnTo>
                    <a:pt x="19062700" y="0"/>
                  </a:lnTo>
                  <a:lnTo>
                    <a:pt x="19062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5367" y="1776346"/>
            <a:ext cx="7028974" cy="7110222"/>
            <a:chOff x="0" y="0"/>
            <a:chExt cx="9371965" cy="94802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71965" cy="9480296"/>
            </a:xfrm>
            <a:custGeom>
              <a:avLst/>
              <a:gdLst/>
              <a:ahLst/>
              <a:cxnLst/>
              <a:rect r="r" b="b" t="t" l="l"/>
              <a:pathLst>
                <a:path h="9480296" w="9371965">
                  <a:moveTo>
                    <a:pt x="0" y="0"/>
                  </a:moveTo>
                  <a:lnTo>
                    <a:pt x="9371965" y="0"/>
                  </a:lnTo>
                  <a:lnTo>
                    <a:pt x="9371965" y="9480296"/>
                  </a:lnTo>
                  <a:lnTo>
                    <a:pt x="0" y="9480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" t="0" r="-2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86325" y="230896"/>
            <a:ext cx="9069419" cy="1314545"/>
            <a:chOff x="0" y="0"/>
            <a:chExt cx="12092559" cy="17527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2559" cy="1752727"/>
            </a:xfrm>
            <a:custGeom>
              <a:avLst/>
              <a:gdLst/>
              <a:ahLst/>
              <a:cxnLst/>
              <a:rect r="r" b="b" t="t" l="l"/>
              <a:pathLst>
                <a:path h="1752727" w="12092559">
                  <a:moveTo>
                    <a:pt x="0" y="0"/>
                  </a:moveTo>
                  <a:lnTo>
                    <a:pt x="12092559" y="0"/>
                  </a:lnTo>
                  <a:lnTo>
                    <a:pt x="12092559" y="1752727"/>
                  </a:lnTo>
                  <a:lnTo>
                    <a:pt x="0" y="1752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04976" y="1700146"/>
            <a:ext cx="10317842" cy="887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ID - G14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Title - AI Requirements Engineering Agent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- [Your Team Name]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Members- [Your Team Members]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Domain - Generative AI</a:t>
            </a:r>
          </a:p>
          <a:p>
            <a:pPr algn="l">
              <a:lnSpc>
                <a:spcPts val="7237"/>
              </a:lnSpc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College / Institution - [Your College]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495140" y="3160848"/>
            <a:ext cx="8323130" cy="3746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Vague &amp; conflicting docs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Causes rework &amp; defects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PMs, architects, devs, QA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Slow, inconsistent review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Only keyword-based checks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0177" y="2129365"/>
            <a:ext cx="5108002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swer these clearly: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Understanding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[Your Team Name]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Understanding — 2 Marks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187" y="3317580"/>
            <a:ext cx="10452277" cy="3746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agent → 6 evidence-backed reports</a:t>
            </a: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Detects ambiguity &amp; contradictions</a:t>
            </a:r>
          </a:p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Extraction, NLI, dependency graph</a:t>
            </a:r>
          </a:p>
          <a:p>
            <a:pPr algn="l" marL="798829" indent="-399415" lvl="1">
              <a:lnSpc>
                <a:spcPts val="5916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Upload → Analyze → Export clean set</a:t>
            </a:r>
          </a:p>
          <a:p>
            <a:pPr algn="l" marL="798829" indent="-399415" lvl="1">
              <a:lnSpc>
                <a:spcPts val="5918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Fewer defects, full traceability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45848" y="1747524"/>
            <a:ext cx="7231770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 your solution visually.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[Your Team Name]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 — 2 Marks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33059" y="2523147"/>
            <a:ext cx="2771062" cy="77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nclude: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840957" y="2669685"/>
            <a:ext cx="13932175" cy="61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798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Requirements Doc → Pre-filter → Claude Agent → Evidence Reports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0416" y="1601712"/>
            <a:ext cx="8981673" cy="994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Create</a:t>
            </a:r>
            <a:r>
              <a:rPr lang="en-US" sz="45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 clear architecture diagram: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63233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[Your Team Name]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2919" y="8047233"/>
            <a:ext cx="7680121" cy="151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6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Architecture — 2 Marks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5637" y="3314637"/>
            <a:ext cx="2568542" cy="77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Include: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85505" y="4155589"/>
            <a:ext cx="6255247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Requirements doc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+ embeddings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NLI + clustering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service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2478" y="4080595"/>
            <a:ext cx="5111585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InsForge Postgres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Messages API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React dashboard</a:t>
            </a:r>
          </a:p>
          <a:p>
            <a:pPr algn="l" marL="809625" indent="-404812" lvl="1">
              <a:lnSpc>
                <a:spcPts val="5625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InsForge + Vercel</a:t>
            </a:r>
          </a:p>
          <a:p>
            <a:pPr algn="l">
              <a:lnSpc>
                <a:spcPts val="562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6671" y="1662743"/>
            <a:ext cx="9997143" cy="93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</a:t>
            </a: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is the most important technical slide.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3233" y="404653"/>
            <a:ext cx="7355037" cy="2077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4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Contribution</a:t>
            </a:r>
          </a:p>
          <a:p>
            <a:pPr algn="ctr">
              <a:lnSpc>
                <a:spcPts val="839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[Your Team Name]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7044" y="2425074"/>
            <a:ext cx="2689482" cy="71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8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ention: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7052" y="3056804"/>
            <a:ext cx="16299539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Opus 5 + sentence-transformers + NLI model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None — zero-shot, pretrained models only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Embeddings narrow candidate pairs; Claude verifies with cited evidence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None needed — runs on the team's own document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Contradiction F1, duplicate/ambiguity P&amp;R, dependency accuracy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Every finding is evidence-grounded, not a blind LLM guess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7044" y="6394773"/>
            <a:ext cx="3238015" cy="7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6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Also m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ention: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28172" y="7097665"/>
            <a:ext cx="12993948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“Our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solution is not just a generic API wrapper. We contribute through traceable evidence.”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65319" y="8199633"/>
            <a:ext cx="7680121" cy="151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8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Judge looks for:</a:t>
            </a:r>
          </a:p>
          <a:p>
            <a:pPr algn="l">
              <a:lnSpc>
                <a:spcPts val="5916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Contribution — 2 Marks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26671" y="1662743"/>
            <a:ext cx="11820655" cy="933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8"/>
              </a:lnSpc>
            </a:pP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Show how you will</a:t>
            </a:r>
            <a:r>
              <a:rPr lang="en-US" b="true" sz="4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build it during the hackathon.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98985" y="404653"/>
            <a:ext cx="7355037" cy="1019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8"/>
              </a:lnSpc>
            </a:pP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Exec</a:t>
            </a:r>
            <a:r>
              <a:rPr lang="en-US" b="true" sz="5250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ution Plan + Q&amp;A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7045" y="8572500"/>
            <a:ext cx="8089068" cy="124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8"/>
              </a:lnSpc>
            </a:pPr>
            <a:r>
              <a:rPr lang="en-US" sz="3750">
                <a:solidFill>
                  <a:srgbClr val="000000">
                    <a:alpha val="60000"/>
                  </a:srgbClr>
                </a:solidFill>
                <a:latin typeface="Calibri (MS)"/>
                <a:ea typeface="Calibri (MS)"/>
                <a:cs typeface="Calibri (MS)"/>
                <a:sym typeface="Calibri (MS)"/>
              </a:rPr>
              <a:t>[Your Team Name]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2934" y="2527356"/>
            <a:ext cx="11547138" cy="346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0–2 hrs: Setup, InsForge schema, sample docs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2–6 hrs: Claude extraction pipeline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6–12 hrs: Embeddings, NLI, ambiguity rules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12–18 hrs: Dependency graph &amp; traceability matrix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18–22 hrs: Frontend dashboard &amp; testing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22–24 hrs: Polish, deploy, rehearse demo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4696" y="5880156"/>
            <a:ext cx="2689482" cy="71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Also </a:t>
            </a:r>
            <a:r>
              <a:rPr lang="en-US" b="true" sz="33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include: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02934" y="6664118"/>
            <a:ext cx="12993948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Split across Claude pipeline, frontend, InsForge, QA</a:t>
            </a: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LLM cost/latency on large docs; false positives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Fall back to Claude-only (skip embeddings pre-filter)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Working app: upload doc → 6 evidence-backed reports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38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82086"/>
            <a:ext cx="17644682" cy="9522809"/>
            <a:chOff x="0" y="0"/>
            <a:chExt cx="23526242" cy="126970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526242" cy="12697079"/>
            </a:xfrm>
            <a:custGeom>
              <a:avLst/>
              <a:gdLst/>
              <a:ahLst/>
              <a:cxnLst/>
              <a:rect r="r" b="b" t="t" l="l"/>
              <a:pathLst>
                <a:path h="12697079" w="23526242">
                  <a:moveTo>
                    <a:pt x="635000" y="0"/>
                  </a:moveTo>
                  <a:lnTo>
                    <a:pt x="22891242" y="0"/>
                  </a:lnTo>
                  <a:cubicBezTo>
                    <a:pt x="23059644" y="0"/>
                    <a:pt x="23221187" y="66929"/>
                    <a:pt x="23340313" y="185928"/>
                  </a:cubicBezTo>
                  <a:cubicBezTo>
                    <a:pt x="23459439" y="304927"/>
                    <a:pt x="23526242" y="466471"/>
                    <a:pt x="23526242" y="635000"/>
                  </a:cubicBezTo>
                  <a:lnTo>
                    <a:pt x="23526242" y="12062079"/>
                  </a:lnTo>
                  <a:cubicBezTo>
                    <a:pt x="23526242" y="12412726"/>
                    <a:pt x="23241888" y="12697079"/>
                    <a:pt x="22891242" y="12697079"/>
                  </a:cubicBezTo>
                  <a:lnTo>
                    <a:pt x="635000" y="12697079"/>
                  </a:lnTo>
                  <a:cubicBezTo>
                    <a:pt x="466598" y="12697079"/>
                    <a:pt x="305054" y="12630150"/>
                    <a:pt x="185928" y="12511151"/>
                  </a:cubicBezTo>
                  <a:cubicBezTo>
                    <a:pt x="66802" y="12392152"/>
                    <a:pt x="0" y="12230481"/>
                    <a:pt x="0" y="12062079"/>
                  </a:cubicBezTo>
                  <a:lnTo>
                    <a:pt x="0" y="635000"/>
                  </a:lnTo>
                  <a:cubicBezTo>
                    <a:pt x="0" y="284353"/>
                    <a:pt x="284353" y="0"/>
                    <a:pt x="63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34179" y="2596410"/>
            <a:ext cx="8413147" cy="5094160"/>
            <a:chOff x="0" y="0"/>
            <a:chExt cx="11217529" cy="67922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17529" cy="6792214"/>
            </a:xfrm>
            <a:custGeom>
              <a:avLst/>
              <a:gdLst/>
              <a:ahLst/>
              <a:cxnLst/>
              <a:rect r="r" b="b" t="t" l="l"/>
              <a:pathLst>
                <a:path h="6792214" w="11217529">
                  <a:moveTo>
                    <a:pt x="0" y="0"/>
                  </a:moveTo>
                  <a:lnTo>
                    <a:pt x="11217529" y="0"/>
                  </a:lnTo>
                  <a:lnTo>
                    <a:pt x="11217529" y="6792214"/>
                  </a:lnTo>
                  <a:lnTo>
                    <a:pt x="0" y="67922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 l="0" t="-34" r="0" b="-3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178756" y="3657601"/>
            <a:ext cx="5972969" cy="1485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DAHVdGeoRGA</dc:identifier>
  <dcterms:modified xsi:type="dcterms:W3CDTF">2011-08-01T06:04:30Z</dcterms:modified>
  <cp:revision>1</cp:revision>
  <dc:title>d2d ppt template.pptx (1).pptx</dc:title>
</cp:coreProperties>
</file>